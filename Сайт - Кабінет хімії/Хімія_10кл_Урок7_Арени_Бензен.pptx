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743200" cy="27432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ХІМІЯ • 10 КЛАС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 · Урок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Арени. Бензен: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будова, властивості, одержання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800" b="1" baseline="-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1800" b="1" baseline="-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Ароматичне кільце з делокалізованою π-системою робить бензен стійким до окиснення й приєднання — його типова реакція не приєднання, а заміщення.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726948" cy="384048"/>
          </a:xfrm>
          <a:prstGeom prst="roundRect">
            <a:avLst>
              <a:gd name="adj" fmla="val 50000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72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1308" y="425196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21308" y="425196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Ароматичність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28416" y="425196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B45309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425196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Заміщення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78324" y="42519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059669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78324" y="42519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Нітрування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42532" y="42519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42532" y="42519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Гідрування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Зміст уроку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 молекули бензену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63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Фізичні властивості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Реакції заміщення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28620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Реакції приєднання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062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Способи одержання бензену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42062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4233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 бензену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Будова молекули бензену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0F23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2600" b="1" baseline="-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algn="ctr" indent="0" marL="0">
              <a:buNone/>
            </a:pPr>
            <a:r>
              <a:rPr lang="en-US" sz="2600" b="1" baseline="-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47802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6 атомів Карбону — sp²-гібридизація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16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Плоский правильний шестикутник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838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Делокалізована π-система з 6 електронів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17880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50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зв’язки C–C однакові — довжина проміжна між простим і подвійним</a:t>
            </a:r>
            <a:endParaRPr lang="en-US" sz="1300" dirty="0"/>
          </a:p>
        </p:txBody>
      </p:sp>
      <p:pic>
        <p:nvPicPr>
          <p:cNvPr id="14" name="Image 0" descr="img_benz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143000"/>
            <a:ext cx="3794760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Фізичні властивості бензену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3474720" cy="54864"/>
          </a:xfrm>
          <a:prstGeom prst="roundRect">
            <a:avLst>
              <a:gd name="adj" fmla="val 50000"/>
            </a:avLst>
          </a:prstGeom>
          <a:solidFill>
            <a:srgbClr val="0D948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Агрегатний стан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Безбарвна рідина з характерним запахом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463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828800"/>
            <a:ext cx="3474720" cy="54864"/>
          </a:xfrm>
          <a:prstGeom prst="roundRect">
            <a:avLst>
              <a:gd name="adj" fmla="val 50000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кипіння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313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≈80°C; легший за воду й не змішується з нею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1546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B45309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520440"/>
            <a:ext cx="3474720" cy="54864"/>
          </a:xfrm>
          <a:prstGeom prst="roundRect">
            <a:avLst>
              <a:gd name="adj" fmla="val 50000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Розчинність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Добрий розчинник жирів, смол і неполярних речовин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1546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3520440"/>
            <a:ext cx="3474720" cy="54864"/>
          </a:xfrm>
          <a:prstGeom prst="roundRect">
            <a:avLst>
              <a:gd name="adj" fmla="val 50000"/>
            </a:avLst>
          </a:prstGeom>
          <a:solidFill>
            <a:srgbClr val="DC262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Небезпека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Токсичний; суміш парів із повітрям вибухонебезпечна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Стійкість до окисників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ЯКІСНА ВІДМІННІСТЬ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відміну від алкенів і алкінів, бензен не знебарвлює бромну воду й розчин KMnO₄ за звичайних умов.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+ Br₂ (водн.)  →  реакція не відбувається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Ароматичне кільце занадто стійке, щоб приєднувати бром чи окиснюватися KMnO₄ без каталізатора — головна якісна відмінність аренів від ненасичених вуглеводнів.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Галогенування (заміщення)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ЗАМІЩЕННЯ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Заміщення атома Гідрогену на галоген відбувається лише за наявності каталізатора.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+ Br₂  →(кат. FeBr₃)  C₆H₅Br + HBr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каталізатора ця реакція не відбувається — саме тому бензен не знебарвлює бромну воду.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Нітрування (заміщення)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НІТРУЮЧА СУМІШ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Нітруюча суміш складається з концентрованих нітратної та сульфатної кислот.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+ HNO₃  →(H₂SO₄, кат.)  C₆H₅NO₂ + H₂O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реакції — нітробензен, важлива сировина для органічного синтезу (зокрема аніліну й барвників).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Гідрування (приєднання)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водню руйнує ароматичну систему й потребує каталізатора, підвищеної температури та тиску.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+ 3H₂  →(кат. Ni, Pt, t)  C₆H₁₂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повного насичення кільця — циклогексан. На відміну від заміщення, ця реакція руйнує стійку ароматичну систему.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Хлорування на світлі (приєднання)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5966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ВІЛЬНОРАДИКАЛЬНЕ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дією ультрафіолетового світла (без каталізатора) до кільця приєднуються три молекули хлору.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+ 3Cl₂  →(hν)  C₆H₆Cl₆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Реакція відбувається за вільнорадикальним механізмом лише на світлі й також руйнує ароматичну систему.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Горіння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ПОВНЕ ОКИСНЕННЯ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Бензен горить сильно кіптявим полум’ям — частка Карбону в молекулі значно вища, ніж у алканів чи алкенів.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2C₆H₆ + 15O₂  →  12CO₂ + 6H₂O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Кіптяве полум’я — характерна ознака ароматичних вуглеводнів під час горіння через високий вміст Карбону.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Способи одержання бензену</a:t>
            </a:r>
            <a:endParaRPr lang="en-US" sz="2600" dirty="0"/>
          </a:p>
        </p:txBody>
      </p:sp>
      <p:pic>
        <p:nvPicPr>
          <p:cNvPr id="4" name="Image 0" descr="img_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промисловості переважає каталітичний риформінг (дегідроциклізація гексану); бензен також виділяють із кам’яновугільної смоли — побічного продукту коксування вугілля.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Застосування бензену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Розчинник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жирів, смол, лаків і фарб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920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стиролу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304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Мономер для виробництва полістиролу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Нітробензен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Напівпродукт для синтезу аніліну й барвників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Циклогексан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Сировина для синтетичних волокон (капрон, нейлон)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761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76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Параграф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353312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Опрацювати параграф підручника про будову, властивості й способи одержання бензену.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0944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094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295144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рівняння реакцій нітрування та гідрування бензену.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5127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512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236976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Скласти рівняння одержання бензену трьома розглянутими способами.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931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931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3*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4178808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(Додаткове) Чому бензен не знебарвлює бромну воду, а етен і етин — знебарвлюють? Поясніть на основі будови.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Підсумок уроку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ми вивчили: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 бензену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Делокалізована π-система робить кільце ароматичним і стійким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Заміщення, а не приєднання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836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Типові реакції — галогенування й нітрування за участі каталізатора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Якісна відмінність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знебарвлює бромну воду й KMnO₄ — на відміну від алкенів/алкінів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Способи одержання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9352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Тримеризація етину, дегідроциклізація гексану, дегідрування циклогексану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«Стійка ароматична система — причина, чому бензен заміщує, а не приєднує»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2026-07-20T11:36:14Z</dcterms:created>
  <dcterms:modified xsi:type="dcterms:W3CDTF">2026-07-20T11:36:14Z</dcterms:modified>
</cp:coreProperties>
</file>