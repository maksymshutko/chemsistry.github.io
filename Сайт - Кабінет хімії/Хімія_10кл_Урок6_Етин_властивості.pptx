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B4530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926080"/>
            <a:ext cx="2743200" cy="2743200"/>
          </a:xfrm>
          <a:prstGeom prst="ellipse">
            <a:avLst/>
          </a:prstGeom>
          <a:solidFill>
            <a:srgbClr val="B4530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ХІМІЯ • 10 КЛАС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 · Урок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Хімічні властивості етину.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Методи одержання етину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Найреакційноздатніший вуглеводень: два π-зв’язки приєднують реагенти у дві стадії, а карбідний спосіб і піроліз метану дають ацетилен у промислових масштабах.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B45309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519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стадії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92808" y="4251960"/>
            <a:ext cx="1184148" cy="384048"/>
          </a:xfrm>
          <a:prstGeom prst="roundRect">
            <a:avLst>
              <a:gd name="adj" fmla="val 50000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892808" y="425196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Кучеров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4116" y="4251960"/>
            <a:ext cx="1869948" cy="384048"/>
          </a:xfrm>
          <a:prstGeom prst="roundRect">
            <a:avLst>
              <a:gd name="adj" fmla="val 50000"/>
            </a:avLst>
          </a:prstGeom>
          <a:solidFill>
            <a:srgbClr val="14B8A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14116" y="425196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Ag-ацетиленід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21224" y="425196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21224" y="4251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Тримеризація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14032" y="425196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059669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14032" y="42519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Карбід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Зміст уроку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Будова молекули етину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63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490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Гідрування та галогенування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Гідратація — реакція Кучерова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834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28620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Окиснення, горіння, тримеризація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062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Способи одержання етину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97764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42062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4233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 етину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Будова молекули етину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0F23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247802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00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sp-гібридизація обох атомів Карбону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169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будова, валентний кут 180°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838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Потрійний зв’язок: 1 σ + 2 π-зв’язки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17880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50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Найкоротший і найміцніший C–C зв’язок серед вуглеводнів</a:t>
            </a:r>
            <a:endParaRPr lang="en-US" sz="1300" dirty="0"/>
          </a:p>
        </p:txBody>
      </p:sp>
      <p:pic>
        <p:nvPicPr>
          <p:cNvPr id="14" name="Image 0" descr="img_molec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143000"/>
            <a:ext cx="3794760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Гідрування (у дві стадії)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Каталітичне приєднання водню відбувається послідовно: спочатку до алкену, потім до алкану.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HC≡CH + H₂  →(кат. Pd, Pt)  CH₂=CH₂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CH₂=CH₂ + H₂  →(кат.)  CH₃–CH₃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95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Реакція відбувається за наявності каталізатора (Pd, Pt, Ni) і нагрівання. Повне гідрування перетворює етин на етан.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Галогенування — якісна реакція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B4530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ЯКІСНА РЕАКЦІЯ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Швидке знебарвлення бромної води без нагрівання — характерна якісна реакція на кратний зв’язок.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HC≡CH + Br₂  →  CHBr=CHBr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CHBr=CHBr + Br₂  →  CHBr₂–CHBr₂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959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 відбувається у дві стадії — спочатку утворюється дибромоетен, потім тетрабромоетан.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Гідрогалогенування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 HCl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 гідроген хлориду до етину — промисловий спосіб одержання мономеру для ПВХ.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HC≡CH + HCl  →(кат.)  CH₂=CHCl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реакції — хлоретен (вінілхлорид) — мономер, з якого полімеризацією добувають полівінілхлорид (ПВХ).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Гідратація — реакція Кучерова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УНІКАЛЬНА РЕАКЦІЯ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Реакцію відкрив і дослідив у 1881 році український хімік Михайло Кучеров.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HC≡CH + H₂O  →(кат. Hg²⁺, H₂SO₄)  CH₃–CHO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Етин — єдиний вуглеводень, гідратація якого дає альдегід (етаналь). Гідратація вищих алкінів за правилом Марковникова дає кетони.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Якісна реакція на кінцевий зв’язок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5966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СРІБНИЙ АЦЕТИЛЕНІД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 Гідрогену біля кінцевого потрійного зв’язку має слабкі кислотні властивості й здатний заміщуватися на йон срібла.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HC≡CH + 2AgNO₃ + 2NH₃  →  AgC≡CAg↓ + 2NH₄NO₃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Випадає жовтий осад аргентум ацетиленіду. Реакція дозволяє відрізнити термінальні алкіни від алкенів, для яких вона нехарактерна.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Окиснення та горіння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ОКИСНЕННЯ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Етин знебарвлює розчин KMnO₄ (якісна реакція), а горіння дає найгарячіше полум’я серед вуглеводнів.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2C₂H₂ + 5O₂  →  4CO₂ + 2H₂O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Окиснення KMnO₄ розриває потрійний зв’язок з утворенням карбонових кислот. Ацетилено-кисневе полум’я розігрівається до ≈3000°C і використовується для зварювання металів.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Тримеризація до бензену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РЕАКЦІЯ М. ЗЕЛІНСЬКОГО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наявності каталізатора три молекули етину циклізуються в ароматичну сполуку — бензен.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F23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3C₂H₂  →(кат., t)  C₆H₆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387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один зі способів синтезу ароматичних сполук з ненасичених вуглеводнів — важлива ілюстрація зв’язку між класами органічних речовин.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Способи одержання етину</a:t>
            </a:r>
            <a:endParaRPr lang="en-US" sz="2600" dirty="0"/>
          </a:p>
        </p:txBody>
      </p:sp>
      <p:pic>
        <p:nvPicPr>
          <p:cNvPr id="4" name="Image 0" descr="img_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промисловості переважає піроліз метану — сучасніший і дешевший за карбідний спосіб, який залишається зручним для лабораторних дослідів.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Застосування етину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Автогенне зварювання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Ацетилено-кисневе полум’я до ≈3000°C для зварювання й різання металів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920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ПВХ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304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Гідрогалогенування дає вінілхлорид — мономер полівінілхлориду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бензену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133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Тримеризація трьох молекул етину (реакція М. Зелінського)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🍾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9204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Оцтова кислота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4133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Реакція Кучерова дає етаналь — сировину для оцтової кислоти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761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76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Параграф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353312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Опрацювати параграф підручника про хімічні властивості й способи одержання етину.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09444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094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295144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рівняння всіх стадій взаємодії етину з бромом та з воднем.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51276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512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236976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Скласти рівняння одержання етину трьома розглянутими способами.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931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931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3*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4178808"/>
            <a:ext cx="6263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(Додаткове) Як експериментально відрізнити етин від етену? Опишіть якісну реакцію.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3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Підсумок уроку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ми вивчили: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Гідрування й галогенування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 реагентів у дві стадії завдяки двом π-зв’язкам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Гідратація (Кучеров)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836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реакція гідратації, що дає альдегід, а не спирт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24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Якісні реакції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Знебарвлення бромної води/KMnO₄, срібний ацетиленід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624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Способи одержання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9352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Карбідний спосіб, піроліз метану, дегідрогалогенування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B45309">
              <a:alpha val="1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«Два π-зв’язки — подвійна причина найвищої реакційної здатності серед вуглеводнів»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2026-07-20T06:38:09Z</dcterms:created>
  <dcterms:modified xsi:type="dcterms:W3CDTF">2026-07-20T06:38:09Z</dcterms:modified>
</cp:coreProperties>
</file>